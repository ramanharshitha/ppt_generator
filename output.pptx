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**What is Destiny?**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Destiny is a concept in philosophy, religion, and spirituality that refers to the idea that an individual's life or fate is predetermined by a higher power or force.</a:t>
            </a:r>
          </a:p>
          <a:p>
            <a:r>
              <a:t>It involves the notion that every person has a specific purpose or path in life that is set in motion before birth.</a:t>
            </a:r>
          </a:p>
          <a:p>
            <a:r>
              <a:t>Destiny is often associated with the idea of free will, which suggests that individuals have the ability to make choices that determine their own destiny.</a:t>
            </a:r>
          </a:p>
          <a:p>
            <a:r>
              <a:t>Understanding one's destiny can be a complex and multifaceted concept that involves a combination of intuition, selfreflection, and spirituality.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**Origins of the Concept of Destiny**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The concept of destiny has its roots in ancient cultures and civilizations, such as ancient Greece and Rome, where fate was believed to be determined by the gods.</a:t>
            </a:r>
          </a:p>
          <a:p>
            <a:r>
              <a:t>In Eastern philosophies, such as Hinduism and Buddhism, destiny is seen as a result of karma, which determines an individual's path in life based on their past actions.</a:t>
            </a:r>
          </a:p>
          <a:p>
            <a:r>
              <a:t>In Christianity, destiny is often associated with the idea of God's plan for an individual's life, which is believed to be guided by a higher purpose.</a:t>
            </a:r>
          </a:p>
          <a:p>
            <a:r>
              <a:t>Throughout history, the concept of destiny has evolved and been shaped by various cultural, religious, and philosophical influences.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**Types of Destiny**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**Fate**: a predetermined course of events that are outside of an individual's control.</a:t>
            </a:r>
          </a:p>
          <a:p>
            <a:r>
              <a:t>**Free Will**: the ability to make choices that determine one's own destiny.</a:t>
            </a:r>
          </a:p>
          <a:p>
            <a:r>
              <a:t>**Predestination**: the idea that an individual's life is predetermined by a higher power or force.</a:t>
            </a:r>
          </a:p>
          <a:p>
            <a:r>
              <a:t>**SelfDetermination**: the idea that individuals have the power to create their own destiny through their choices and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**Examples of Destiny in History**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**Ancient Greece**: the myth of the Moirai, three goddesses who controlled the thread of life and determined an individual's fate.</a:t>
            </a:r>
          </a:p>
          <a:p>
            <a:r>
              <a:t>**Ancient Egypt**: the concept of ma'at, which involved the idea that an individual's destiny was determined by their actions in life.</a:t>
            </a:r>
          </a:p>
          <a:p>
            <a:r>
              <a:t>**Ancient China**: the concept of yin and yang, which involved the idea that an individual's destiny was influenced by the balance of opposites.</a:t>
            </a:r>
          </a:p>
          <a:p>
            <a:r>
              <a:t>**Medieval Europe**: the concept of prophecy and divination, which involved the idea that individuals' destinies were revealed through visions and dreams.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**Destiny in Modern Times**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**Spirituality**: many people today believe in the concept of destiny as a way to understand their purpose and meaning in life.</a:t>
            </a:r>
          </a:p>
          <a:p>
            <a:r>
              <a:t>**SelfDiscovery**: understanding one's destiny is often seen as a journey of selfdiscovery and personal growth.</a:t>
            </a:r>
          </a:p>
          <a:p>
            <a:r>
              <a:t>**Psychology**: the concept of destiny is often explored in the context of psychological theory and practice.</a:t>
            </a:r>
          </a:p>
          <a:p>
            <a:r>
              <a:t>**Philosophy**: the concept of destiny continues to be a topic of debate and exploration in philosophy.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**Criticisms of the Concept of Destiny**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**Determinism**: the idea that an individual's destiny is predetermined can be seen as limiting free will and personal responsibility.</a:t>
            </a:r>
          </a:p>
          <a:p>
            <a:r>
              <a:t>**Lack of Agency**: the concept of destiny can lead to feelings of powerlessness and resignation.</a:t>
            </a:r>
          </a:p>
          <a:p>
            <a:r>
              <a:t>**Unfairness**: the concept of destiny can be seen as unfair or unjust, particularly if an individual's fate is perceived as predetermined rather than selfdetermined.</a:t>
            </a:r>
          </a:p>
          <a:p>
            <a:r>
              <a:t>**Mystification**: the concept of destiny can be seen as a form of mystification, where complexity and uncertainty are obscured by simplistic or dogmatic explanations.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**Benefits of Believing in Destiny**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**Purpose**: understanding one's destiny can provide a sense of purpose and direction in life.</a:t>
            </a:r>
          </a:p>
          <a:p>
            <a:r>
              <a:t>**Meaning**: believing in destiny can give life a sense of meaning and significance.</a:t>
            </a:r>
          </a:p>
          <a:p>
            <a:r>
              <a:t>**Guidance**: the concept of destiny can provide guidance and direction in times of uncertainty.</a:t>
            </a:r>
          </a:p>
          <a:p>
            <a:r>
              <a:t>**Hope**: believing in destiny can give individuals hope and motivation for the future.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**Challenges of Understanding Destiny**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**Uncertainty**: understanding one's destiny can be shrouded in uncertainty and mystery.</a:t>
            </a:r>
          </a:p>
          <a:p>
            <a:r>
              <a:t>**Complexity**: the concept of destiny can be complex and multifaceted, requiring a deep understanding of various philosophical, spiritual, and psychological perspectives.</a:t>
            </a:r>
          </a:p>
          <a:p>
            <a:r>
              <a:t>**Subjectivity**: the concept of destiny is often subjective, meaning that individuals may have different interpretations and understandings of the concept.</a:t>
            </a:r>
          </a:p>
          <a:p>
            <a:r>
              <a:t>**Personal Responsibility**: understanding one's destiny can also involve taking personal responsibility for one's choices and 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**Conclusion**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 conclusion, the concept of destiny is a complex and multifaceted idea that has its roots in ancient cultures and civilizations.</a:t>
            </a:r>
          </a:p>
          <a:p>
            <a:r>
              <a:t>Understanding one's destiny can be a journey of selfdiscovery and personal growth, but it can also be shrouded in uncertainty and mystery.</a:t>
            </a:r>
          </a:p>
          <a:p>
            <a:r>
              <a:t>Ultimately, believing in destiny can provide a sense of purpose, meaning, and hope for the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